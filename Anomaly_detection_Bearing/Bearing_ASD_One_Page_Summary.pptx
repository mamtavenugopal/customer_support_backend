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976D2"/>
                </a:solidFill>
              </a:defRPr>
            </a:pPr>
            <a:r>
              <a:t>Bearing ASD: One-Page Technical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76D2"/>
                </a:solidFill>
              </a:defRPr>
            </a:pPr>
            <a:r>
              <a:t>Problem &amp;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258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100" b="0">
                <a:solidFill>
                  <a:srgbClr val="000000"/>
                </a:solidFill>
              </a:defRPr>
            </a:pPr>
            <a:r>
              <a:t>Bearing failures cost $50K-100K each. Audio-based early detection exists, but fails when deployed to new environments (domain shift).</a:t>
            </a:r>
          </a:p>
          <a:p>
            <a:pPr>
              <a:spcBef>
                <a:spcPts val="800"/>
              </a:spcBef>
              <a:defRPr sz="1100" b="0">
                <a:solidFill>
                  <a:srgbClr val="000000"/>
                </a:solidFill>
              </a:defRPr>
            </a:pPr>
            <a:r>
              <a:t>6 bearing machines × 3 domain shifts = 600 test clips. Only 6000 normal training clips (no anomaly examples).</a:t>
            </a:r>
          </a:p>
          <a:p>
            <a:pPr>
              <a:spcBef>
                <a:spcPts val="800"/>
              </a:spcBef>
              <a:defRPr sz="1100" b="0">
                <a:solidFill>
                  <a:srgbClr val="000000"/>
                </a:solidFill>
              </a:defRPr>
            </a:pPr>
            <a:r>
              <a:t>Adversarial domain generalization: train encoder to fool domain classifier, learn invariant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76D2"/>
                </a:solidFill>
              </a:defRPr>
            </a:pPr>
            <a:r>
              <a:t>Results &amp;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258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500"/>
              </a:spcBef>
              <a:defRPr sz="1000" b="1"/>
            </a:pPr>
            <a:r>
              <a:rPr b="0"/>
              <a:t>adversarial_mobilenet (K=5 ensemble)</a:t>
            </a:r>
          </a:p>
          <a:p>
            <a:pPr>
              <a:spcBef>
                <a:spcPts val="500"/>
              </a:spcBef>
              <a:defRPr sz="1000" b="1"/>
            </a:pPr>
            <a:r>
              <a:rPr b="0"/>
              <a:t>0.7650 (excellent)</a:t>
            </a:r>
          </a:p>
          <a:p>
            <a:pPr>
              <a:spcBef>
                <a:spcPts val="500"/>
              </a:spcBef>
              <a:defRPr sz="1000" b="1"/>
            </a:pPr>
            <a:r>
              <a:rPr b="0"/>
              <a:t>0.7320 (only 3.3% gap!)</a:t>
            </a:r>
          </a:p>
          <a:p>
            <a:pPr>
              <a:spcBef>
                <a:spcPts val="500"/>
              </a:spcBef>
              <a:defRPr sz="1000" b="1"/>
            </a:pPr>
            <a:r>
              <a:rPr b="0"/>
              <a:t>0.7155 (ranked #1 of 12 configs)</a:t>
            </a:r>
          </a:p>
          <a:p>
            <a:pPr>
              <a:spcBef>
                <a:spcPts val="500"/>
              </a:spcBef>
              <a:defRPr sz="1000" b="1"/>
            </a:pPr>
            <a:r>
              <a:rPr b="0"/>
              <a:t>0.0573 (recall=95%, precision=55%)</a:t>
            </a:r>
          </a:p>
          <a:p>
            <a:pPr>
              <a:spcBef>
                <a:spcPts val="500"/>
              </a:spcBef>
              <a:defRPr sz="1000" b="1"/>
            </a:pPr>
            <a:r>
              <a:rPr b="0"/>
              <a:t>$6.3M/year (84% cost savings)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976D2"/>
                </a:solidFill>
              </a:defRPr>
            </a:pPr>
            <a:r>
              <a:t>Technical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617720"/>
            <a:ext cx="8595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Data Pipeline: WAV → STFT (64ms) → Log-mel (128 bins) → Context windows (5 frames) → Autoencoder → MSE anomaly score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Backbones: SimpleAE (10K params) vs UNetAE (500K) vs MobileNetV2 (2M, ImageNet-pretrained). MobileNetV2 wins for domain transfer.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Training: K=5 stratified by (section, domain) → every fold sees all sections + representative target samples → ensemble at inference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Domain Generalization Modes: Baseline &lt; Mixed &lt; Contrastive &lt; Adversarial. Adversarial (domain confusion loss) narrows source-target gap from 8% to 3.3%.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 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/>
            </a:pPr>
            <a:r>
              <a:t>Threshold: Fitted to 90th percentile of normal scores. Trade-off: raising threshold quickly increases FN while FP decreases slowly.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defRPr sz="800" i="1">
                <a:solidFill>
                  <a:srgbClr val="646464"/>
                </a:solidFill>
              </a:defRPr>
            </a:pPr>
            <a:r>
              <a:t>Recommended Deployment: adversarial_mobilenet with threshold=0.0573. Two-tier triage: 0.057 (inspect soon) vs 0.061 (urgent). See full presentation &amp; executive summary for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